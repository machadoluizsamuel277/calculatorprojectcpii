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752013" cy="73152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4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7600" y="1600200"/>
            <a:ext cx="403704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716AE9-5E4E-4A96-BE08-08B1F1CB6013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4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4360" y="1535040"/>
            <a:ext cx="403992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4360" y="2174760"/>
            <a:ext cx="403992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6F4FE6-C6D2-4DE5-B66B-5175102784FB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4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4AD25D-5BD2-4FE8-9414-B53537574606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6080" cy="42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1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12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99D939-B8F9-413A-93E4-BCA47B11FAFA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487440" y="291600"/>
            <a:ext cx="8776080" cy="122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6080" cy="42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574440" y="272880"/>
            <a:ext cx="510984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CF9BBB-AF99-4C1C-8A5C-F67EB541E8E6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92080" y="4800600"/>
            <a:ext cx="548460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792080" y="612720"/>
            <a:ext cx="548460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792080" y="5367240"/>
            <a:ext cx="548460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7C7575-C84D-42B5-B8B3-270076B20942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060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1E1295-6C66-499A-8455-2160A5A65449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87440" y="1711440"/>
            <a:ext cx="8776080" cy="42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2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4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95AE8A-C6E9-4325-A1FB-A0F1E989289F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8320" y="274320"/>
            <a:ext cx="205596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320"/>
            <a:ext cx="601776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55BAE8-5AE3-4515-90AC-1352AF12306E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74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44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7040" indent="-257040" defTabSz="6858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57280" indent="-214200" defTabSz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7160" indent="-171360" defTabSz="6858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0024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42960" indent="-171360" defTabSz="6858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313955-2AB1-4C62-9894-C824E506DE16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3720" y="635616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2360" y="6356160"/>
            <a:ext cx="21322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0840DF-D8E7-482D-B2DC-C2F33490F577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0" y="360000"/>
            <a:ext cx="9751320" cy="7314120"/>
          </a:xfrm>
          <a:custGeom>
            <a:avLst/>
            <a:gdLst>
              <a:gd name="textAreaLeft" fmla="*/ 0 w 9751320"/>
              <a:gd name="textAreaRight" fmla="*/ 9752400 w 9751320"/>
              <a:gd name="textAreaTop" fmla="*/ 0 h 7314120"/>
              <a:gd name="textAreaBottom" fmla="*/ 7315200 h 7314120"/>
            </a:gdLst>
            <a:ahLst/>
            <a:cxnLst/>
            <a:rect l="textAreaLeft" t="textAreaTop" r="textAreaRight" b="textAreaBottom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62" name="Group 3"/>
          <p:cNvGrpSpPr/>
          <p:nvPr/>
        </p:nvGrpSpPr>
        <p:grpSpPr>
          <a:xfrm>
            <a:off x="-5040" y="1260000"/>
            <a:ext cx="9756720" cy="1125000"/>
            <a:chOff x="-5040" y="1260000"/>
            <a:chExt cx="9756720" cy="1125000"/>
          </a:xfrm>
        </p:grpSpPr>
        <p:sp>
          <p:nvSpPr>
            <p:cNvPr id="63" name="Freeform 4"/>
            <p:cNvSpPr/>
            <p:nvPr/>
          </p:nvSpPr>
          <p:spPr>
            <a:xfrm>
              <a:off x="1440" y="1318320"/>
              <a:ext cx="9744120" cy="1061280"/>
            </a:xfrm>
            <a:custGeom>
              <a:avLst/>
              <a:gdLst>
                <a:gd name="textAreaLeft" fmla="*/ 0 w 9744120"/>
                <a:gd name="textAreaRight" fmla="*/ 9744840 w 9744120"/>
                <a:gd name="textAreaTop" fmla="*/ 0 h 1061280"/>
                <a:gd name="textAreaBottom" fmla="*/ 1062360 h 1061280"/>
              </a:gdLst>
              <a:ahLst/>
              <a:cxnLst/>
              <a:rect l="textAreaLeft" t="textAreaTop" r="textAreaRight" b="textAreaBottom"/>
              <a:pathLst>
                <a:path w="10943238" h="1543659">
                  <a:moveTo>
                    <a:pt x="0" y="0"/>
                  </a:moveTo>
                  <a:lnTo>
                    <a:pt x="10943238" y="0"/>
                  </a:lnTo>
                  <a:lnTo>
                    <a:pt x="10943238" y="1543659"/>
                  </a:lnTo>
                  <a:lnTo>
                    <a:pt x="0" y="1543659"/>
                  </a:lnTo>
                  <a:close/>
                </a:path>
              </a:pathLst>
            </a:custGeom>
            <a:solidFill>
              <a:srgbClr val="e6e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35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4" name="Freeform 5"/>
            <p:cNvSpPr/>
            <p:nvPr/>
          </p:nvSpPr>
          <p:spPr>
            <a:xfrm>
              <a:off x="-5040" y="1312560"/>
              <a:ext cx="9756720" cy="1072440"/>
            </a:xfrm>
            <a:custGeom>
              <a:avLst/>
              <a:gdLst>
                <a:gd name="textAreaLeft" fmla="*/ 0 w 9756720"/>
                <a:gd name="textAreaRight" fmla="*/ 9757440 w 9756720"/>
                <a:gd name="textAreaTop" fmla="*/ 0 h 1072440"/>
                <a:gd name="textAreaBottom" fmla="*/ 1073520 h 1072440"/>
              </a:gdLst>
              <a:ahLst/>
              <a:cxnLst/>
              <a:rect l="textAreaLeft" t="textAreaTop" r="textAreaRight" b="textAreaBottom"/>
              <a:pathLst>
                <a:path w="10956936" h="1559639">
                  <a:moveTo>
                    <a:pt x="6849" y="0"/>
                  </a:moveTo>
                  <a:lnTo>
                    <a:pt x="10950087" y="0"/>
                  </a:lnTo>
                  <a:cubicBezTo>
                    <a:pt x="10953834" y="0"/>
                    <a:pt x="10956936" y="3618"/>
                    <a:pt x="10956936" y="7990"/>
                  </a:cubicBezTo>
                  <a:lnTo>
                    <a:pt x="10956936" y="1551649"/>
                  </a:lnTo>
                  <a:cubicBezTo>
                    <a:pt x="10956936" y="1556021"/>
                    <a:pt x="10953834" y="1559639"/>
                    <a:pt x="10950087" y="1559639"/>
                  </a:cubicBezTo>
                  <a:lnTo>
                    <a:pt x="6849" y="1559639"/>
                  </a:lnTo>
                  <a:cubicBezTo>
                    <a:pt x="3101" y="1559639"/>
                    <a:pt x="0" y="1556021"/>
                    <a:pt x="0" y="1551649"/>
                  </a:cubicBezTo>
                  <a:lnTo>
                    <a:pt x="0" y="7990"/>
                  </a:lnTo>
                  <a:cubicBezTo>
                    <a:pt x="0" y="3618"/>
                    <a:pt x="3101" y="0"/>
                    <a:pt x="6849" y="0"/>
                  </a:cubicBezTo>
                  <a:moveTo>
                    <a:pt x="6849" y="16130"/>
                  </a:moveTo>
                  <a:lnTo>
                    <a:pt x="6849" y="7990"/>
                  </a:lnTo>
                  <a:lnTo>
                    <a:pt x="13698" y="7990"/>
                  </a:lnTo>
                  <a:lnTo>
                    <a:pt x="13698" y="1551649"/>
                  </a:lnTo>
                  <a:lnTo>
                    <a:pt x="6849" y="1551649"/>
                  </a:lnTo>
                  <a:lnTo>
                    <a:pt x="6849" y="1543659"/>
                  </a:lnTo>
                  <a:lnTo>
                    <a:pt x="10950087" y="1543659"/>
                  </a:lnTo>
                  <a:lnTo>
                    <a:pt x="10950087" y="1551649"/>
                  </a:lnTo>
                  <a:lnTo>
                    <a:pt x="10943237" y="1551649"/>
                  </a:lnTo>
                  <a:lnTo>
                    <a:pt x="10943237" y="7990"/>
                  </a:lnTo>
                  <a:lnTo>
                    <a:pt x="10950087" y="7990"/>
                  </a:lnTo>
                  <a:lnTo>
                    <a:pt x="10950087" y="15979"/>
                  </a:lnTo>
                  <a:lnTo>
                    <a:pt x="6849" y="15979"/>
                  </a:lnTo>
                  <a:close/>
                </a:path>
              </a:pathLst>
            </a:custGeom>
            <a:solidFill>
              <a:srgbClr val="4a7eb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pt-BR" sz="135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5" name="TextBox 6"/>
            <p:cNvSpPr/>
            <p:nvPr/>
          </p:nvSpPr>
          <p:spPr>
            <a:xfrm>
              <a:off x="-5040" y="1260000"/>
              <a:ext cx="9756720" cy="112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5720" rIns="45720" tIns="45000" bIns="45000" anchor="ctr">
              <a:noAutofit/>
            </a:bodyPr>
            <a:p>
              <a:pPr algn="ctr" defTabSz="914400">
                <a:lnSpc>
                  <a:spcPts val="3223"/>
                </a:lnSpc>
              </a:pPr>
              <a:r>
                <a:rPr b="0" lang="en-US" sz="2680" strike="noStrike" u="none">
                  <a:solidFill>
                    <a:srgbClr val="003399"/>
                  </a:solidFill>
                  <a:effectLst/>
                  <a:uFillTx/>
                  <a:latin typeface="Calibri (MS)"/>
                  <a:ea typeface="Calibri (MS)"/>
                </a:rPr>
                <a:t>Colégio Pedro II - Tijuca II</a:t>
              </a:r>
              <a:endParaRPr b="0" lang="pt-BR" sz="26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3223"/>
                </a:lnSpc>
              </a:pPr>
              <a:r>
                <a:rPr b="1" lang="en-US" sz="2680" strike="noStrike" u="none">
                  <a:solidFill>
                    <a:srgbClr val="003399"/>
                  </a:solidFill>
                  <a:effectLst/>
                  <a:uFillTx/>
                  <a:latin typeface="Calibri (MS) Bold"/>
                  <a:ea typeface="Calibri (MS) Bold"/>
                </a:rPr>
                <a:t>Título do Projeto</a:t>
              </a:r>
              <a:endParaRPr b="0" lang="pt-BR" sz="26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Freeform 7"/>
          <p:cNvSpPr/>
          <p:nvPr/>
        </p:nvSpPr>
        <p:spPr>
          <a:xfrm>
            <a:off x="202320" y="1404000"/>
            <a:ext cx="1237320" cy="947520"/>
          </a:xfrm>
          <a:custGeom>
            <a:avLst/>
            <a:gdLst>
              <a:gd name="textAreaLeft" fmla="*/ 0 w 1237320"/>
              <a:gd name="textAreaRight" fmla="*/ 1238040 w 1237320"/>
              <a:gd name="textAreaTop" fmla="*/ 0 h 947520"/>
              <a:gd name="textAreaBottom" fmla="*/ 948600 h 947520"/>
            </a:gdLst>
            <a:ahLst/>
            <a:cxnLst/>
            <a:rect l="textAreaLeft" t="textAreaTop" r="textAreaRight" b="textAreaBottom"/>
            <a:pathLst>
              <a:path w="1395848" h="1335115">
                <a:moveTo>
                  <a:pt x="0" y="0"/>
                </a:moveTo>
                <a:lnTo>
                  <a:pt x="1395848" y="0"/>
                </a:lnTo>
                <a:lnTo>
                  <a:pt x="1395848" y="1335114"/>
                </a:lnTo>
                <a:lnTo>
                  <a:pt x="0" y="133511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 8"/>
          <p:cNvSpPr/>
          <p:nvPr/>
        </p:nvSpPr>
        <p:spPr>
          <a:xfrm>
            <a:off x="4680000" y="2700000"/>
            <a:ext cx="4319640" cy="2519640"/>
          </a:xfrm>
          <a:custGeom>
            <a:avLst/>
            <a:gdLst>
              <a:gd name="textAreaLeft" fmla="*/ 0 w 4319640"/>
              <a:gd name="textAreaRight" fmla="*/ 4320720 w 4319640"/>
              <a:gd name="textAreaTop" fmla="*/ 0 h 2519640"/>
              <a:gd name="textAreaBottom" fmla="*/ 2520720 h 2519640"/>
            </a:gdLst>
            <a:ahLst/>
            <a:cxnLst/>
            <a:rect l="textAreaLeft" t="textAreaTop" r="textAreaRight" b="textAreaBottom"/>
            <a:pathLst>
              <a:path w="3795636" h="2346393">
                <a:moveTo>
                  <a:pt x="0" y="0"/>
                </a:moveTo>
                <a:lnTo>
                  <a:pt x="3795636" y="0"/>
                </a:lnTo>
                <a:lnTo>
                  <a:pt x="3795636" y="2346393"/>
                </a:lnTo>
                <a:lnTo>
                  <a:pt x="0" y="234639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35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5146920" y="5940000"/>
            <a:ext cx="43930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16"/>
              </a:lnSpc>
            </a:pP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16"/>
              </a:lnSpc>
            </a:pPr>
            <a:r>
              <a:rPr b="1" lang="en-US" sz="1300" strike="noStrike" u="none">
                <a:solidFill>
                  <a:srgbClr val="003399"/>
                </a:solidFill>
                <a:effectLst/>
                <a:uFillTx/>
                <a:latin typeface="Calibri (MS) Bold"/>
                <a:ea typeface="Calibri (MS) Bold"/>
              </a:rPr>
              <a:t>Autores: [Nomes dos alunos]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16"/>
              </a:lnSpc>
            </a:pP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16"/>
              </a:lnSpc>
            </a:pPr>
            <a:r>
              <a:rPr b="1" lang="en-US" sz="1300" strike="noStrike" u="none">
                <a:solidFill>
                  <a:srgbClr val="003399"/>
                </a:solidFill>
                <a:effectLst/>
                <a:uFillTx/>
                <a:latin typeface="Calibri (MS) Bold"/>
                <a:ea typeface="Calibri (MS) Bold"/>
              </a:rPr>
              <a:t>Orientador: José Eduardo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55320" y="2601360"/>
            <a:ext cx="4519440" cy="6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26"/>
              </a:lnSpc>
            </a:pP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</a:pPr>
            <a:r>
              <a:rPr b="1" lang="en-US" sz="1600" strike="noStrike" u="none">
                <a:solidFill>
                  <a:srgbClr val="003399"/>
                </a:solidFill>
                <a:effectLst/>
                <a:uFillTx/>
                <a:latin typeface="Calibri (MS) Bold"/>
                <a:ea typeface="Calibri (MS) Bold"/>
              </a:rPr>
              <a:t>OBJETIVO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26"/>
              </a:lnSpc>
            </a:pPr>
            <a:r>
              <a:rPr b="0" lang="en-US" sz="144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[Digite o texto aqui...]</a:t>
            </a:r>
            <a:endParaRPr b="0" lang="pt-BR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360000" y="4695840"/>
            <a:ext cx="715860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83"/>
              </a:lnSpc>
            </a:pP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81"/>
              </a:lnSpc>
            </a:pPr>
            <a:r>
              <a:rPr b="1" lang="en-US" sz="1650" strike="noStrike" u="none">
                <a:solidFill>
                  <a:srgbClr val="003399"/>
                </a:solidFill>
                <a:effectLst/>
                <a:uFillTx/>
                <a:latin typeface="Calibri (MS) Bold"/>
                <a:ea typeface="Calibri (MS) Bold"/>
              </a:rPr>
              <a:t>LINGUAGENS</a:t>
            </a:r>
            <a:endParaRPr b="0" lang="pt-BR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83"/>
              </a:lnSpc>
            </a:pPr>
            <a:r>
              <a:rPr b="0" lang="en-US" sz="149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[Digite o texto aqui...]</a:t>
            </a:r>
            <a:endParaRPr b="0" lang="pt-BR" sz="14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390240" y="5807160"/>
            <a:ext cx="69354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29"/>
              </a:lnSpc>
            </a:pP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</a:pPr>
            <a:r>
              <a:rPr b="1" lang="en-US" sz="1600" strike="noStrike" u="none">
                <a:solidFill>
                  <a:srgbClr val="003399"/>
                </a:solidFill>
                <a:effectLst/>
                <a:uFillTx/>
                <a:latin typeface="Calibri (MS) Bold"/>
                <a:ea typeface="Calibri (MS) Bold"/>
              </a:rPr>
              <a:t>REFERÊNCIAS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29"/>
              </a:lnSpc>
            </a:pPr>
            <a:r>
              <a:rPr b="0" lang="en-US" sz="144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[Digite o texto aqui...]</a:t>
            </a:r>
            <a:endParaRPr b="0" lang="pt-BR" sz="14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91440" y="8970840"/>
            <a:ext cx="788148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44"/>
              </a:lnSpc>
            </a:pP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344"/>
              </a:lnSpc>
            </a:pPr>
            <a:r>
              <a:rPr b="0" lang="en-US" sz="112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Feira de Ciências – 2025</a:t>
            </a:r>
            <a:endParaRPr b="0" lang="pt-BR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"/>
          <p:cNvSpPr/>
          <p:nvPr/>
        </p:nvSpPr>
        <p:spPr>
          <a:xfrm>
            <a:off x="355680" y="3708000"/>
            <a:ext cx="715860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83"/>
              </a:lnSpc>
            </a:pP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81"/>
              </a:lnSpc>
            </a:pPr>
            <a:r>
              <a:rPr b="1" lang="en-US" sz="1650" strike="noStrike" u="none">
                <a:solidFill>
                  <a:srgbClr val="003399"/>
                </a:solidFill>
                <a:effectLst/>
                <a:uFillTx/>
                <a:latin typeface="Calibri (MS) Bold"/>
                <a:ea typeface="Calibri (MS) Bold"/>
              </a:rPr>
              <a:t>FERRAMENTAS</a:t>
            </a:r>
            <a:endParaRPr b="0" lang="pt-BR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83"/>
              </a:lnSpc>
            </a:pPr>
            <a:r>
              <a:rPr b="0" lang="en-US" sz="1490" strike="noStrike" u="none">
                <a:solidFill>
                  <a:srgbClr val="000000"/>
                </a:solidFill>
                <a:effectLst/>
                <a:uFillTx/>
                <a:latin typeface="Calibri (MS)"/>
                <a:ea typeface="Calibri (MS)"/>
              </a:rPr>
              <a:t>[Digite o texto aqui...]</a:t>
            </a:r>
            <a:endParaRPr b="0" lang="pt-BR" sz="14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</TotalTime>
  <Application>LibreOffice/25.2.4.3$Windows_X86_64 LibreOffice_project/33e196637044ead23f5c3226cde09b47731f7e27</Application>
  <AppVersion>15.0000</AppVersion>
  <Words>55</Words>
  <Paragraphs>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DAG1w06JS3c</dc:identifier>
  <dc:language>pt-BR</dc:language>
  <cp:lastModifiedBy/>
  <dcterms:modified xsi:type="dcterms:W3CDTF">2026-10-20T08:46:51Z</dcterms:modified>
  <cp:revision>9</cp:revision>
  <dc:subject/>
  <dc:title>Mini_Banner_Colegio_Pedro_II.pptx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i4>1</vt:i4>
  </property>
</Properties>
</file>